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2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9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06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3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4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77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4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2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78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7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86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9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0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25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54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02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B790A8-05AC-4CCF-8DEF-F9492119480B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D961FE-6A43-4399-82B8-9057C34E7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5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5DB7-1103-4D8B-A776-79728BCA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F5AFB-4ED4-466F-81A7-881EE01C0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Docker is tool that perform OS level virtualization , also known as containerization.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Docker is an open-source centralized platform designed to create , deploy and run the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host OS but to run itself it uses </a:t>
            </a:r>
            <a:r>
              <a:rPr lang="en-US" dirty="0" err="1"/>
              <a:t>linux</a:t>
            </a:r>
            <a:r>
              <a:rPr lang="en-US" dirty="0"/>
              <a:t>. It's written in GO language.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release in March 2013 by </a:t>
            </a:r>
            <a:r>
              <a:rPr lang="en-US" dirty="0" err="1"/>
              <a:t>soloman</a:t>
            </a:r>
            <a:r>
              <a:rPr lang="en-US" dirty="0"/>
              <a:t> </a:t>
            </a:r>
            <a:r>
              <a:rPr lang="en-US" dirty="0" err="1"/>
              <a:t>hykes</a:t>
            </a:r>
            <a:r>
              <a:rPr lang="en-US" dirty="0"/>
              <a:t> and Sebastian </a:t>
            </a:r>
            <a:r>
              <a:rPr lang="en-US" dirty="0" err="1"/>
              <a:t>paul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It's set of platform as service that uses OS level virtualization whereas VMware is hardware </a:t>
            </a:r>
            <a:r>
              <a:rPr lang="en-US"/>
              <a:t>level virtualization.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672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7FF78026-DEBB-4D5A-9A4E-872456603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034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5E1684-CF44-4EAD-B3A4-FCE98461F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41D18E-C6EB-43CA-9969-899187237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7021" y="610417"/>
            <a:ext cx="1003795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57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74F2BB-1C8F-4ADA-9B22-BE60E7270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399" y="4562856"/>
            <a:ext cx="7413623" cy="8981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600"/>
              <a:t>COMPARISON </a:t>
            </a:r>
            <a:br>
              <a:rPr lang="en-US" sz="2600"/>
            </a:br>
            <a:r>
              <a:rPr lang="en-US" sz="2600"/>
              <a:t>/DIFFERENCES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56E390B6-47E3-4ADD-9C03-196F64347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609600"/>
            <a:ext cx="7833360" cy="3633216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2A05EA12-53F4-4845-8D8D-EC7635487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619" r="2" b="2"/>
          <a:stretch/>
        </p:blipFill>
        <p:spPr>
          <a:xfrm>
            <a:off x="4045131" y="975360"/>
            <a:ext cx="7175863" cy="294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8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9F8B-2F36-4F33-913C-499BEF8D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B26D8-DCF8-45AA-8CBC-7A90A97DB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390D8-5409-4941-A409-CAE76F833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885825"/>
            <a:ext cx="97917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189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164</TotalTime>
  <Words>84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Corbel</vt:lpstr>
      <vt:lpstr>Parallax</vt:lpstr>
      <vt:lpstr>WHAT IS DOCKER</vt:lpstr>
      <vt:lpstr>PowerPoint Presentation</vt:lpstr>
      <vt:lpstr>COMPARISON  /DIFFERENCES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DOCKER</dc:title>
  <dc:creator>Kumar, Mintu</dc:creator>
  <cp:lastModifiedBy>Kumar, Mintu</cp:lastModifiedBy>
  <cp:revision>9</cp:revision>
  <dcterms:created xsi:type="dcterms:W3CDTF">2021-08-02T07:36:21Z</dcterms:created>
  <dcterms:modified xsi:type="dcterms:W3CDTF">2021-08-27T10:43:21Z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2021-08-02T07:36:35Z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c0631ab8-40f4-455d-a3cb-10e77e358895</vt:lpwstr>
  </property>
  <property fmtid="{D5CDD505-2E9C-101B-9397-08002B2CF9AE}" pid="8" name="MSIP_Label_ea60d57e-af5b-4752-ac57-3e4f28ca11dc_ContentBits">
    <vt:lpwstr>0</vt:lpwstr>
  </property>
</Properties>
</file>